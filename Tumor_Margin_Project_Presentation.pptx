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0972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AI-Assisted Microscopic Tumor Margin Assessment in Breast Histopathology Using YOLO-Seg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Proof of Concept on H&amp;E-Stained Slides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 Hamza Rawashdeh · Razan Mohammad Essam Al-Jabban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5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AI Engineering, Syrian Private University · Graduation Project 2026–2027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138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Breast-conserving surgery aims to remove the whole tumor while sparing healthy tissue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status (distance from tumor to the tissue edge) is normally confirmed by pathology, days after surgery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or close margins can mean a second operation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use a deep-learning segmentation model on microscope images to measure the margin in millimetres, live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proof of concept for decision support, not a medical device. The final decision stays with the surgeon and pathologist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606040" cy="32918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88720"/>
            <a:ext cx="2606040" cy="73152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need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2880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results arrive late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Re-excision surgery when margins are inadequate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8980" y="1188720"/>
            <a:ext cx="2606040" cy="32918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8980" y="1188720"/>
            <a:ext cx="2606040" cy="7315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1860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51860" y="182880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must be segmented, then measured in mm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shift: public data vs. university microscope images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06040" cy="32918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188720"/>
            <a:ext cx="2606040" cy="7315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issue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82880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Dice does not guarantee a correct margin call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distance error in mm and per-frame latency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606040" cy="32918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88720"/>
            <a:ext cx="2606040" cy="7315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2880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YOLO11 biopsy navigation (Shao 2025)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Lumpectomy margin prediction (Veluponnar 2023)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vs. clinical success (Yeung 2024)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8980" y="1188720"/>
            <a:ext cx="2606040" cy="32918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8980" y="1188720"/>
            <a:ext cx="2606040" cy="73152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1860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Specimen imaging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51860" y="182880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Micro-PET-CT segmentation (Maris 2025)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Specimen mammography margin width (arXiv 2024)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SAM-refined margin masks (Ward 2025)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06040" cy="32918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188720"/>
            <a:ext cx="2606040" cy="7315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82880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BCSS histology dataset (Amgad 2019)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for breast lesions (Alhsnony 2024)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vs. YOLOv12 in surgery (Zheng 2026)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Papers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56616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take from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Shao et al.,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YOLO11 tumor + tool tracking on ultrasound; 1.2 ms/frame GPU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evaluation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Yeung et al., 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models; Dice 0.959 but specificity 0.433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we measure margin in mm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Veluponnar et al., 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segmentation, ultrasound; margin ≥ 2 mm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Mask-to-margin conversion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Maris et al.,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ResU-Net on micro-PET-CT, 28 patients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evaluation vs. readers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arXiv:2404.10600, 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+ SegNet on specimen mammograms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to our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Amgad et al., 2019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BCSS: 151 H&amp;E slides, 20,000+ regions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training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Alhsnony &amp; Sellami, 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YOLOv8-seg on mammograms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setup reference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Zheng et al.,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 vs. YOLOv12 in colon surgery video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version comparison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138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 uses ultrasound, PET-CT or mammography, not light-microscope histology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Shao 2025 uses bounding boxes and reports no distance in mm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closest margin pipeline (arXiv 2024) reports a large error of 6.53 ± 5.84 mm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quantifies domain shift from a public dataset to a university microscope with an ablation of each fix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3566160"/>
            <a:ext cx="8138160" cy="1005840"/>
          </a:xfrm>
          <a:prstGeom prst="rect">
            <a:avLst/>
          </a:prstGeom>
          <a:solidFill>
            <a:srgbClr val="F3F6F9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6118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margin distance in mm on microscope images, distance error as the primary metric, and a quantitative domain-shift study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Output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77640" cy="32918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88720"/>
            <a:ext cx="3977640" cy="7315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71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2880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Microscope camera frames (live or recorded) of H&amp;E breast tissue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resolution (µm per pixel)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alert threshold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977640" cy="32918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188720"/>
            <a:ext cx="3977640" cy="73152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371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82880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segmentation mask overlay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tumor-to-edge distance in mm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alert when below threshold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per frame (target ≈ 40 ms)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rule-based PDF report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Database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77640" cy="32918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88720"/>
            <a:ext cx="3977640" cy="7315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71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BCSS (public)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2880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 H&amp;E whole-slide cases, CC0 license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Resampled to 1.0 px/µm, 512×512 patches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train/val/test split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masks converted to YOLO polygons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977640" cy="32918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188720"/>
            <a:ext cx="3977640" cy="73152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371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Local samples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82880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microscope images, calibrated with a stage micrometer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animal tissue and lymph node as negative controls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 human breast H&amp;E slides from a hospital, after ethics approval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by a pathologist (Labelme / QuPath)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606040" cy="6858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training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606040" cy="26060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01168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BCSS preparation and split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Stain normalization (Macenko)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YOLOv8-seg / YOLO11-seg vs. U-Net or SegFormer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Dice, IoU, bootstrap CIs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68980" y="1188720"/>
            <a:ext cx="2606040" cy="6858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06140" y="11887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adaptation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68980" y="1874520"/>
            <a:ext cx="2606040" cy="26060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6140" y="201168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Microscope calibration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test, then fine-tuning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= distance transform on tumor mask and tissue edge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OpenCV pipeline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06040" cy="6858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1887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35040" y="1874520"/>
            <a:ext cx="2606040" cy="26060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201168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margin status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retrieval (ChromaDB)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PDF report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 and paper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138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measure tumor margin in mm from microscope images, in real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YOLO-Seg trained on BCSS, adapted to lab images with calibration and stain normalization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distance error in mm, plus Dice/IoU and ms per frame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Contribution: fills the histology-microscope gap and quantifies domain shift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proof of concept on archived FFPE samples, not a clinical device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AI-Assisted Tumor Margin Assessment</dc:title>
  <dc:subject>PptxGenJS Presentation</dc:subject>
  <dc:creator>PptxGenJS</dc:creator>
  <cp:lastModifiedBy>PptxGenJS</cp:lastModifiedBy>
  <cp:revision>1</cp:revision>
  <dcterms:created xsi:type="dcterms:W3CDTF">2026-10-24T17:24:46Z</dcterms:created>
  <dcterms:modified xsi:type="dcterms:W3CDTF">2026-10-24T17:24:46Z</dcterms:modified>
</cp:coreProperties>
</file>